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PLAN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domande giuste per costruire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tua strategia AI.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Stefano Martiradonna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858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0 al PMF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Siamo all'inizio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 una nuova S-curve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guidata dall'AI.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77724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regole dell'ottimizzazione non bastano più.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esistono best practice stabili.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394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L'expertise del passato può diventare zavorra.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8046720" cy="12801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492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un PIANO prima delle tattiche.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Big Plan è il framework per porre le domande giuste.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7955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[by Jasmine Bina]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BIG PLAN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80467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6032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QUO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vengono fatte le cose oggi?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74904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IT'S BROKEN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206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il modo attuale non funziona più?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80467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93776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983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POV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5394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è il nuovo modo che proponi?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126480"/>
            <a:ext cx="80467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612648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6217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6172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DREAM STATE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6583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sarà il mondo se la tua visione si realizza?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7315200"/>
            <a:ext cx="80467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731520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7406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7360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54480" y="7772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scegli di NON fare?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DI TUTTO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Guarda OLTRE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tuo settore.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Studia i settori già toccati dall'AI e cerca pattern: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3192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cambiano i comportamenti degli utenti?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80467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93776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029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 nuove aspettative emergono?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943600"/>
            <a:ext cx="80467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94360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6035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 modelli di prodotto, pricing, UX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stanno prendendo piede?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7132320"/>
            <a:ext cx="8046720" cy="91440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7223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Anche se quei player sembrano lontani, anticipano onde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arriveranno anche da te.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QUO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vengono fatte le cose oggi?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108960"/>
            <a:ext cx="804672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10896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&amp; Processi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quali tool, tecnologie e processi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utenti affrontano il problema oggi?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804672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38912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Efficacia &amp; Attriti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846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è efficace il modo attuale?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vedi attriti, sprechi, inefficienze?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804672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66928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760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già in gioco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6126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AI tool stanno già creando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nuovi comportamenti e aspettative?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949440"/>
            <a:ext cx="804672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694944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7040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proprietari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7406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quali dati proprietari possono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alimentare soluzioni AI?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domande da porti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4572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05840" y="2377440"/>
            <a:ext cx="75895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5146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è la normalità che l'AI può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 obsoleta?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4572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3566160"/>
            <a:ext cx="75895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7033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l'AI può fare questo 10x più veloce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preciso, cosa diventa irrilevante?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05840" y="4754880"/>
            <a:ext cx="75895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48920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 problemi IRRISOLTI gli utenti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stanno cercando di risolvere?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943600"/>
            <a:ext cx="4572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6080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5840" y="5943600"/>
            <a:ext cx="75895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608076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quali capabilities dell'AI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hanno risolti in modi nuovi?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7132320"/>
            <a:ext cx="4572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7269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05840" y="7132320"/>
            <a:ext cx="75895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72694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 superpoteri hanno dato all'AI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amplificarne l'impatto?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IT'S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il modo attuale non funziona più?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840480"/>
            <a:ext cx="8046720" cy="14630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40480"/>
            <a:ext cx="73152" cy="1463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fratture che l'AI sta già aprendo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altri settori diventeranno le TUE.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754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aspettare che arrivino nel tuo mercato.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Studiale ora e incorporale nella tua analisi.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tuo Big Plan: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309360"/>
            <a:ext cx="80467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630936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6400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Nello Status Quo → includi segnali dai mercati "più avanti"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7086600"/>
            <a:ext cx="80467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708660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7178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Why It's Broken → incorpora le fratture che l'AI sta aprendo altrove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7863840"/>
            <a:ext cx="80467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786384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7955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POV → traduci quei pattern in una proposta nuova per il tuo utente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POV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è il nuovo modo che proponi?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200400"/>
            <a:ext cx="8046720" cy="10972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00400"/>
            <a:ext cx="73152" cy="10972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91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chiederti
</a:t>
            </a:r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"Come aggiungo AI al mio prodotto?"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8046720" cy="10972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66344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Chiediti
</a:t>
            </a:r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"Cosa posso fare OGGI con l'AI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prima non potevo fare?"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posso migliorare la vita, il Job To Be Done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l'esperienza del mio ICP utilizzando l'AI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risolvere problemi reali e specifici?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7498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Quale problema ad alta frequenza del mio ICP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posso risolvere meglio di prima grazie all'AI?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 domande per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formulare il tuo POV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34640"/>
            <a:ext cx="45720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05840" y="2834640"/>
            <a:ext cx="7589520" cy="1188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9718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l'AI può amplificare ciò che già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facciamo bene, senza ripartire da zero?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45720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4206240"/>
            <a:ext cx="7589520" cy="1188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3434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quali nicchie o use case l'AI ci consente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offrire valore che i competitor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possono replicare?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45720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05840" y="5577840"/>
            <a:ext cx="7589520" cy="1188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7150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posso far fare all'utente oggi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 prima non poteva fare?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6949440"/>
            <a:ext cx="457200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7132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5840" y="6949440"/>
            <a:ext cx="7589520" cy="1188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70866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cambia per l'utente,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per la tecnologia?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DREAM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sarà il mondo se la tua visione si realizza?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74904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840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Cambiamento visibile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Descrivi il cambiamento nel comportamento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umano o aziendale, abilitato dall'AI.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512064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212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come infrastruttura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577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a un futuro dove l'AI è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infrastruttura invisibile, non feature.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675120"/>
            <a:ext cx="8046720" cy="12801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6766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diventa naturale per l'utente,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 all'AI, che oggi richiede sforzo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competenza?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PLAN  /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TRADE-OFFS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scegli di NON fare?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08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Definisci i compromessi necessari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essere AI-first: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3474720" cy="8229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251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4251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4114800"/>
            <a:ext cx="347472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4251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3474720" cy="8229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303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Personalizzazione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5303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5166360"/>
            <a:ext cx="347472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5303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6217920"/>
            <a:ext cx="3474720" cy="8229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6355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Automazione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6355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6217920"/>
            <a:ext cx="347472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6355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Creatività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7315200"/>
            <a:ext cx="804672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7315200"/>
            <a:ext cx="73152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7406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non automatizzerò, anche se potrei?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NON userò l'AI per mantenere focus, coerenza e fiducia?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SINTESI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Nel mondo AI,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Big Plan serve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disegnare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nuove regole.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solo nuovi prodotti.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303520"/>
            <a:ext cx="4572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5303520"/>
            <a:ext cx="758952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53949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Osserva oltre i confini del settore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6263640"/>
            <a:ext cx="4572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6263640"/>
            <a:ext cx="758952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63550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Estrai pattern trasferibili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7223760"/>
            <a:ext cx="45720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7315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5840" y="7223760"/>
            <a:ext cx="758952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73152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Disegna una rotta che non ottimizza il passato,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intercetta il futuro che sta arrivando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 è stato utile?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 per altri framework su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GTM, Positioning e Strategy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startup B2B early stage.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80467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0"/>
            <a:ext cx="73152" cy="1645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5577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 0 al PMF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stefanopm.substack.com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7498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Stefano Martiradonna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7955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Marketing Fractional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8503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Big Plan - Le domande giuste per la tua strategia AI</dc:title>
  <dc:subject>PptxGenJS Presentation</dc:subject>
  <dc:creator>Stefano Martiradonna</dc:creator>
  <cp:lastModifiedBy>Stefano Martiradonna</cp:lastModifiedBy>
  <cp:revision>1</cp:revision>
  <dcterms:created xsi:type="dcterms:W3CDTF">2026-04-17T15:11:23Z</dcterms:created>
  <dcterms:modified xsi:type="dcterms:W3CDTF">2026-04-17T15:11:23Z</dcterms:modified>
</cp:coreProperties>
</file>