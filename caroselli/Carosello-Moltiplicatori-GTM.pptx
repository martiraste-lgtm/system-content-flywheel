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103120" cy="384048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SCORCIATOIA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0" y="576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POWER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Clay, Apollo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Outbound tools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731520" cy="54864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60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senza product marketing alle spalle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sono un modo costoso</a:t>
            </a:r>
            <a:endParaRPr lang="en-US" sz="3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 NON risolvere</a:t>
            </a:r>
            <a:endParaRPr lang="en-US" sz="3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tuo problema di crescita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48640" y="9006840"/>
            <a:ext cx="1097280" cy="36576"/>
          </a:xfrm>
          <a:prstGeom prst="rect">
            <a:avLst/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144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 Martiradonna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9418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Marketing Fractional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923544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0" y="926287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spc="300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8056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scorciatoia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4630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VERITÀ CHE NESSUN VENDOR TI DIRÀ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scorciatoia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più costosa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 un founder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può prendere oggi: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548640" y="5760720"/>
            <a:ext cx="7132320" cy="23774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9436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credere che un tool di outbound</a:t>
            </a:r>
            <a:endParaRPr lang="en-US" sz="2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un paio di SDR </a:t>
            </a:r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risolvano</a:t>
            </a:r>
            <a:endParaRPr lang="en-US" sz="2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tuo problema di crescita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8412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Siamo umani. Ci piacciono le scorciatoie.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87325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Alcune costano più di quanto sembrano.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928116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8056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meccanismo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logica che sembra giusta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(e non lo è)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713232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hai traction?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5478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Compra Clay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713232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297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lead non convertono?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455371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297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Prova Apollo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713232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5303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pipeline è vuota?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555955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5303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Assumi 2 SDR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48640" y="65836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Sembra logico.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548640" y="7040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Sembra movimento.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548640" y="7498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Sembra strategia.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48640" y="8503920"/>
            <a:ext cx="713232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88696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85039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 è nessuna delle tre.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8056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riframing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tool di outbound e gli SDR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sono sostituti della strategia.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spc="600" kern="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MOLTIPLICATORI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5029200" cy="73152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548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Moltiplicano quello che già hai: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5778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544068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chiaro  </a:t>
            </a:r>
            <a:pPr algn="l" indent="0" marL="0">
              <a:buNone/>
            </a:pPr>
            <a:r>
              <a:rPr lang="en-US" sz="1900" b="1" dirty="0">
                <a:solidFill>
                  <a:srgbClr val="A5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 amplificano</a:t>
            </a:r>
            <a:endParaRPr lang="en-US" sz="1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21792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centrato  </a:t>
            </a:r>
            <a:pPr algn="l" indent="0" marL="0">
              <a:buNone/>
            </a:pPr>
            <a:r>
              <a:rPr lang="en-US" sz="1900" b="1" dirty="0">
                <a:solidFill>
                  <a:srgbClr val="A5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 portano a 1000 contatti</a:t>
            </a:r>
            <a:endParaRPr lang="en-US" sz="1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99516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che converte  </a:t>
            </a:r>
            <a:pPr algn="l" indent="0" marL="0">
              <a:buNone/>
            </a:pPr>
            <a:r>
              <a:rPr lang="en-US" sz="1900" b="1" dirty="0">
                <a:solidFill>
                  <a:srgbClr val="A52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 scalano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548640" y="8229600"/>
            <a:ext cx="713232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4400" y="8229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 se le fondamenta sono deboli?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Moltiplicano il debito.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8056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conseguenze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il motore PMM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 c'è sotto,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tool non ti manda </a:t>
            </a:r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email scadenti.</a:t>
            </a:r>
            <a:endParaRPr lang="en-US" sz="2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ne manda </a:t>
            </a:r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migliaia.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54864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418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553212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Bruci budget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648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635508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Bruci lista contatti</a:t>
            </a:r>
            <a:endParaRPr lang="en-US" sz="2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28776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717804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Bruci reputation tua e del dominio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548640" y="8595360"/>
            <a:ext cx="7132320" cy="118872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14400" y="8641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peggio?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914400" y="8961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te ne accorgi subito. Vedi movimento: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9281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 inviate, meeting settati, SDR che fanno call.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8056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diagnostico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 di comprare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prossimo tool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assumere il prossimo SDR,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fatti 3 domande.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713232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389120"/>
            <a:ext cx="109728" cy="155448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52628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011680" y="43891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davvero chi è il mio ECP?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6172200"/>
            <a:ext cx="713232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6172200"/>
            <a:ext cx="109728" cy="155448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630936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2011680" y="61722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mio positioning fa dire 'è per me'?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7955280"/>
            <a:ext cx="7132320" cy="1554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7955280"/>
            <a:ext cx="109728" cy="155448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809244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011680" y="79552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mio messaging parte da un problema vero?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6B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8056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regola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rispondi 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anche a UNA sola di queste...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8211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10896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comprare il tool.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86791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79476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assumere l'SDR.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55371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48056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lanciare la campagna.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548640" y="5669280"/>
            <a:ext cx="713232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14400" y="5669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Torna alle fondamenta.</a:t>
            </a:r>
            <a:endParaRPr lang="en-US" sz="3000" dirty="0"/>
          </a:p>
        </p:txBody>
      </p:sp>
      <p:sp>
        <p:nvSpPr>
          <p:cNvPr id="17" name="Shape 12"/>
          <p:cNvSpPr/>
          <p:nvPr/>
        </p:nvSpPr>
        <p:spPr>
          <a:xfrm>
            <a:off x="548640" y="7223760"/>
            <a:ext cx="548640" cy="54864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7452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È il lavoro meno sexy.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548640" y="8366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 è l'unico che ti permette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548640" y="90982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 crescere.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48056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Tocca a 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Due strumenti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partire dalle fondamenta.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731520" cy="54864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337560"/>
            <a:ext cx="7132320" cy="246888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337560"/>
            <a:ext cx="109728" cy="246888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6118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931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tool che valuta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68680" y="4434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tue fondamenta GTM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68680" y="50292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Partendo dal materiale che hai già (deck, note, call), ti dice quali pezzi del GTM reggono e quali no.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54406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Link nel primo commento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989320"/>
            <a:ext cx="7132320" cy="2468880"/>
          </a:xfrm>
          <a:prstGeom prst="rect">
            <a:avLst/>
          </a:prstGeom>
          <a:solidFill>
            <a:srgbClr val="1C1C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989320"/>
            <a:ext cx="109728" cy="2468880"/>
          </a:xfrm>
          <a:prstGeom prst="rect">
            <a:avLst/>
          </a:prstGeom>
          <a:solidFill>
            <a:srgbClr val="D7352F"/>
          </a:solidFill>
          <a:ln w="12700">
            <a:solidFill>
              <a:srgbClr val="D735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6172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73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62636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68680" y="65836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GTM Power System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868680" y="70866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8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framework completo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868680" y="76809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Costruito con Carmelo Abate. Ti mostra tutti i pezzi del GTM che ti servono prima di mettere benzina nell'outbound.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68680" y="80924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7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Nel primo commento trovi il link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9098280"/>
            <a:ext cx="914400" cy="36576"/>
          </a:xfrm>
          <a:prstGeom prst="rect">
            <a:avLst/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" y="9235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 Martiradonna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48640" y="9509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 per altri post su GTM, positioning e crescita B2B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Clay, Apollo &amp; Outbound tools — senza PMM sono moltiplicatori di debito</dc:title>
  <dc:subject>PptxGenJS Presentation</dc:subject>
  <dc:creator>Stefano Martiradonna</dc:creator>
  <cp:lastModifiedBy>Stefano Martiradonna</cp:lastModifiedBy>
  <cp:revision>1</cp:revision>
  <dcterms:created xsi:type="dcterms:W3CDTF">2026-04-14T08:34:49Z</dcterms:created>
  <dcterms:modified xsi:type="dcterms:W3CDTF">2026-04-14T08:34:49Z</dcterms:modified>
</cp:coreProperties>
</file>