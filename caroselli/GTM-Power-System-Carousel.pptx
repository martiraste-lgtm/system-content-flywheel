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GTM</a:t>
            </a:r>
            <a:endParaRPr lang="en-US" sz="72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</a:t>
            </a:r>
            <a:endParaRPr lang="en-US" sz="72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53035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framework completo per costruire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tuo Go-to-Market da zero.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6675120"/>
            <a:ext cx="182880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949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Stefano Martiradonna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7498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0 al PMF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8412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 90% dei founder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costruisce il GTM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 contrario.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4389120"/>
            <a:ext cx="786384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7548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Partono dalla tattica.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Saltano le fondamenta.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 si chiedono perché non funziona.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68580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Saltare Status Quo, Why it’s Broken e POV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è come costruire un ponte senza studiare le rive.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8412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MAPPA DEL SISTEMA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728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20240"/>
            <a:ext cx="7863840" cy="192024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45920" y="2103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BIG PLAN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Quo  →  Why it’s Broken  →  POV  →  Dream State  →  Trade-off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7863840" cy="192024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45920" y="4297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FOUNDATION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5029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ECP  →  Main Problem  →  Prodotto  →  Pricing  →  Use Case  →  Alternatives  →  Differentiation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6309360"/>
            <a:ext cx="7863840" cy="192024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6492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645920" y="6492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EXECUTION PLAN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7223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Goal  →  Asset &amp; Budget  →  Tactics &amp; Experiments  →  4-Week Sprints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8412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PLAN  / 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STATUS QUO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Trova il tuo Nemico.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09728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5661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di proporre una soluzione, devi capire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il mercato opera OGGI.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7863840" cy="329184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5029200"/>
            <a:ext cx="7132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vengono fatte le cose oggi?
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 strumenti e processi usano i clienti?
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usano al posto tuo? (workaround, competitor, nulla)
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è il “nemico” dominante nel settore?
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→ le Email.  Tesla → i motori a combustione.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8412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PLAN  / 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IT’S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BROKEN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09728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6576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Capire lo Status Quo non basta.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 dimostrare PERCHÉ fa schifo.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5120640"/>
            <a:ext cx="7863840" cy="9144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5120640"/>
            <a:ext cx="73152" cy="914400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19379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Dove sono le inefficienze?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55961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Tempo, soldi, energia sprecati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6217920"/>
            <a:ext cx="7863840" cy="9144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6217920"/>
            <a:ext cx="73152" cy="914400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629107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si fa “perché si è sempre fatto così”?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669340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Abitudini che non servono più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7315200"/>
            <a:ext cx="7863840" cy="9144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7315200"/>
            <a:ext cx="73152" cy="914400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7388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succede se non cambia nulla?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779068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costo dell’inazione tra 2 anni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8412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PLAN  / 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POV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tuo Punto di Vista Unico.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09728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6576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è un’opinione.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È un modo DIVERSO di vedere un problema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 conta.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5303520"/>
            <a:ext cx="7863840" cy="27432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5486400"/>
            <a:ext cx="7132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Trova l’attrito — pratica comune che non serve al cliente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 un nome al nuovo modo — contrasto vecchio vs nuovo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Dimostra che funziona — prove, risultati, esempi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Rendilo memorabile — semplice da capire e ripetere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8412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PLAN  /  03b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 tuo POV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è davvero forte?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109728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977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3977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Sfida lo status quo in modo chiaro e misurabile?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846320"/>
            <a:ext cx="7863840" cy="8229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983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49834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il pubblico — attrae alcuni, mette a disagio altri?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5852160"/>
            <a:ext cx="7863840" cy="8229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989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59893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Qualcun altro nel settore avrebbe paura di dirlo?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6858000"/>
            <a:ext cx="7863840" cy="8229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6995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69951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Puoi dimostrarlo con risultati concreti?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" y="7680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POV debole genera consenso.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POV forte fa riflettere e spinge all’azione.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8412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PLAN  / 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DREAM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futuro che vuoi creare.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109728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2976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è il successo della tua azienda.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È come lo Status Quo cambierà grazie a te.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5669280"/>
            <a:ext cx="7863840" cy="24688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5852160"/>
            <a:ext cx="7132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il prodotto migliorerà la vita dei clienti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 risultati misurabili = successo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Perché diventerà una scelta ovvia e insostituibile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Outcome + Customer Value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Acquisizione, Activation, Monetizzazione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8412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PLAN  /  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TRADE-OFF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Decidere cosa NON fare.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109728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8404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puoi fare tutto.</a:t>
            </a:r>
            <a:endParaRPr lang="en-US" sz="2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puoi servire tutti.</a:t>
            </a:r>
            <a:endParaRPr lang="en-US" sz="2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Essere tutto per tutti = non essere</a:t>
            </a:r>
            <a:endParaRPr lang="en-US" sz="2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distintivo per nessuno.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40080" y="5943600"/>
            <a:ext cx="3749040" cy="20116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6126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Tesla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66751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scelto di NON produrre auto economiche all’inizio per concentrarsi sul premium.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5943600"/>
            <a:ext cx="3749040" cy="20116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6126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66751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rinunciato alla personalizzazione per un ecosistema chiuso e ottimizzato.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2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8412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FOUNDATION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53035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Dall’idea al prodotto: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ECP, Problema, Offerta, Use Case,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Alternative, Differenziazione.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8412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 / 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ECP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Customer Profile.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primo segmento da conquistare.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109728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114800"/>
            <a:ext cx="7863840" cy="123444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251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42519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 forte e consapevole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47548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Antidolorifico, non vitamina. Non puoi educare il mercato.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577840"/>
            <a:ext cx="7863840" cy="123444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715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57150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Disposti e in grado di pagare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62179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non c’è budget o urgenza, non è un cliente ideale.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7040880"/>
            <a:ext cx="7863840" cy="123444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7178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71780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Abbastanza numerosi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76809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segmento deve bastare per validare e costruire i primi asset.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8412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 / 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MAIN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problema è più importante della soluzione.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109728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5720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domande per validare il problema: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5303520"/>
            <a:ext cx="7863840" cy="6400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3949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 soldi stanno spendendo OGGI per risolverlo?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6080760"/>
            <a:ext cx="7863840" cy="6400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61722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TEMPO stanno investendo per risolverlo?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6858000"/>
            <a:ext cx="7863840" cy="6400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69494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 livello di DIFFICOLTÀ riscontrano?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7635240"/>
            <a:ext cx="7863840" cy="6400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77266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sono ATTIVI nel cercare alternative?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8412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 / 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PRODOTTO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Cos’è e cosa fa. In una frase.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109728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3840480"/>
            <a:ext cx="7863840" cy="164592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11480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«[Nome] è </a:t>
            </a:r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[tipo di prodotto]</a:t>
            </a:r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</a:t>
            </a:r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[target]</a:t>
            </a:r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 </a:t>
            </a:r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[funzione core]</a:t>
            </a:r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.»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5852160"/>
            <a:ext cx="73152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5879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6199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all-in-one per team — documenti, task e wiki in un unico posto.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6766560"/>
            <a:ext cx="73152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6793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Superhuman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7114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email per chi lavora in contesti ad alta intensità comunicativa.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7680960"/>
            <a:ext cx="73152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7708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8028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di design collaborativo per progettare interfacce in tempo reale.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8412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 / 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PRICING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OFFER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ponte tra il Problema e il Dream Outcome.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109728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663440"/>
            <a:ext cx="7863840" cy="10972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800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477316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dell’offerta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523036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Abbonamento, pay-per-use, pacchetto, freemium + upsell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943600"/>
            <a:ext cx="7863840" cy="10972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6080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605332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651052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includi, piani, onboarding, supporto, trial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7223760"/>
            <a:ext cx="7863840" cy="10972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7360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733348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model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779068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Flat, per utente, per utilizzo, % valore generato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8412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 /  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non hai uno use case chiaro,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 vendendo nel vuoto.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109728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114800"/>
            <a:ext cx="7863840" cy="9144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4114800"/>
            <a:ext cx="73152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18795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Attività concreta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97280" y="45994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L’azione compiuta: schedulare, unificare, validare...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5212080"/>
            <a:ext cx="7863840" cy="9144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5212080"/>
            <a:ext cx="73152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2852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97280" y="56967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e dove accade? In quale team o routine?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6309360"/>
            <a:ext cx="7863840" cy="9144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6309360"/>
            <a:ext cx="73152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638251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Obiettivo dell’utente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97280" y="67939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Velocità? Precisione? Risparmio? Automazione?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7406640"/>
            <a:ext cx="7863840" cy="9144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7406640"/>
            <a:ext cx="73152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74797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Dolore attuale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97280" y="78912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rende questa attività fastidiosa, lenta, costosa?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8412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 /  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ALTERNATIVES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LIMITATIONS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usano al posto tuo.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perché non basta.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4206240"/>
            <a:ext cx="109728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663440"/>
            <a:ext cx="3749040" cy="347472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846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39496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/ Fogli Excel
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software
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SaaS
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Servizi / Agenzie
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fare nulla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54880" y="4663440"/>
            <a:ext cx="3749040" cy="347472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4846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539496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Dov’è l’attrito misurabile?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(ore/uomo, € extra, % errori)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Quale rischio resta?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(compliance, crescita bloccata)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peggiora se scali?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8412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 /  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DIFFERENTIATION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tuo vantaggio non copiabile.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109728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3891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Spiega PERCHÉ il tuo prodotto è la scelta migliore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quello specifico Use Case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per quel preciso ECP.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6035040"/>
            <a:ext cx="7863840" cy="210312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NON FARE: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67665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Non fare una lista di feature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Non scrivere “migliore” in termini generici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Non scrivere per tutti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2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8412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18/20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EXECUTION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53035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 strategia all’azione.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Goal, Asset, Budget, Tattiche, Sprint.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8412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 /  01-02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GOAL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 ASSET &amp; BUDGET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566160"/>
            <a:ext cx="7863840" cy="22860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703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GOAL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Spacchetta il Dream State in 2-4 Business Outcome
misurabili, realistici, strategici.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 a 12 mesi abbiamo raggiunto questi obiettivi,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traiettoria è solida?”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6126480"/>
            <a:ext cx="7863840" cy="20116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6263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ASSET, BUDGET &amp; TIMELINE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67665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Asset: 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Website, deck, cold email, CRM, landing, demo
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Budget: 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Tool, promozione, vendita, contenuti — anche €500/mese
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 1 setup → Mese 2 test → Mese 3 itera e scala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TACTICS &amp;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4-WEEK SPRINT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7863840" cy="27432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468880"/>
            <a:ext cx="7132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ogni tattica:
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Azione concreta  →  Obiettivo  →  Owner  →  Asset richiesti  →  Deadline
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settimana costruisce momentum.
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azione risponde a una metrica,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feedback o una domanda strategica.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486400"/>
            <a:ext cx="7863840" cy="36576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8521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Vuoi approfondire ogni sezione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 template, domande e checklist?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7132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L’articolo completo è nel primo commento.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78638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0 al PMF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Stefano Martiradonna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0" y="8412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GTM Power System</dc:title>
  <dc:subject>PptxGenJS Presentation</dc:subject>
  <dc:creator>Stefano Martiradonna</dc:creator>
  <cp:lastModifiedBy>Stefano Martiradonna</cp:lastModifiedBy>
  <cp:revision>1</cp:revision>
  <dcterms:created xsi:type="dcterms:W3CDTF">2026-04-09T20:01:41Z</dcterms:created>
  <dcterms:modified xsi:type="dcterms:W3CDTF">2026-04-09T20:01:41Z</dcterms:modified>
</cp:coreProperties>
</file>